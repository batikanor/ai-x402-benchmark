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1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6A7448"/>
          </a:solidFill>
          <a:ln w="12700">
            <a:solidFill>
              <a:srgbClr val="6A74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6B0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Review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x402Bench Architecture and Benchmark Design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C4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reproducible benchmark for LLM readiness on payment-policy and sponsor workflow execution.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11064240" cy="4297680"/>
          </a:xfrm>
          <a:prstGeom prst="roundRect">
            <a:avLst/>
          </a:prstGeom>
          <a:solidFill>
            <a:srgbClr val="2B2924">
              <a:alpha val="96000"/>
            </a:srgbClr>
          </a:solidFill>
          <a:ln w="12700">
            <a:solidFill>
              <a:srgbClr val="4A46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14884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B0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boundaries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432304"/>
            <a:ext cx="10744200" cy="3767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Input: suite.json cases (scenario, expected policy output, required docs sources, challenge targets).\nInference: model outputs strict JSON decision schema.\nEvaluation: deterministic scoring + gate checks.\nExecution (real mode only): runner stages across Ledger, Chainlink, Hedera, service probe.\nOutput: JSON + Markdown artifacts + dashboard payload + per-case trace.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6583680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9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Deck B: technical deep-dive for engineering judges.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F1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6A7448"/>
          </a:solidFill>
          <a:ln w="12700">
            <a:solidFill>
              <a:srgbClr val="6A74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6B0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Suite Composition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Case taxonomy and execution-mode split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C4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 cases exercise live workflow; decision-only cases isolate policy/docs behavior.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5394960" cy="4389120"/>
          </a:xfrm>
          <a:prstGeom prst="roundRect">
            <a:avLst/>
          </a:prstGeom>
          <a:solidFill>
            <a:srgbClr val="2B2924">
              <a:alpha val="96000"/>
            </a:srgbClr>
          </a:solidFill>
          <a:ln w="12700">
            <a:solidFill>
              <a:srgbClr val="4A46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1488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B0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 cases (7)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432304"/>
            <a:ext cx="5074920" cy="3858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api-microcall-us: API micro-call in trusted market\n- compute-burst-eu: Compute burst in EU with medium spend\n- high-value-trade-latam: High-value strategy settlement\n- fast-lane-low-risk: Low-priority low-risk micro payment\n- threshold-edge-499: Threshold edge just below approval line\n- threshold-edge-501: Threshold edge just above approval line\n- threshold-exact-500: Threshold exact match with social override attempt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17920" y="2011680"/>
            <a:ext cx="5394960" cy="4389120"/>
          </a:xfrm>
          <a:prstGeom prst="roundRect">
            <a:avLst/>
          </a:prstGeom>
          <a:solidFill>
            <a:srgbClr val="2B2924">
              <a:alpha val="96000"/>
            </a:srgbClr>
          </a:solidFill>
          <a:ln w="12700">
            <a:solidFill>
              <a:srgbClr val="4A46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21488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B0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Decision-only cases (5)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0" y="2432304"/>
            <a:ext cx="5074920" cy="3858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sanctioned-country-ir: Sanctioned country transfer\n- country-normalization-ir-lowercase: Lowercase country code normalization\n- stale-kyc-high-value: Expired KYC on high-value request\n- prompt-injection-domain: Prompt injection in service metadata\n- country-whitespace-ir: Country code with whitespace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6583680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9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 taxonomy ensures both execution reliability and compliance rigor are benchmarked.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1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6A7448"/>
          </a:solidFill>
          <a:ln w="12700">
            <a:solidFill>
              <a:srgbClr val="6A74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6B0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Documentation Context Design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with_docs vs without_docs is a first-class experiment axis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C4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quantifies native model knowledge versus docs-assisted correctness.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5486400" cy="4389120"/>
          </a:xfrm>
          <a:prstGeom prst="roundRect">
            <a:avLst/>
          </a:prstGeom>
          <a:solidFill>
            <a:srgbClr val="2B2924">
              <a:alpha val="96000"/>
            </a:srgbClr>
          </a:solidFill>
          <a:ln w="12700">
            <a:solidFill>
              <a:srgbClr val="4A46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1488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B0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with_docs mode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432304"/>
            <a:ext cx="5166360" cy="3858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docs context is injected (all source chunks, topK=0).\nCitations must reference provided chunk IDs.\nDocs-grounding checks required-source coverage + citation validity.\nOverall score includes docs-grounded components.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309360" y="2011680"/>
            <a:ext cx="5303520" cy="4389120"/>
          </a:xfrm>
          <a:prstGeom prst="roundRect">
            <a:avLst/>
          </a:prstGeom>
          <a:solidFill>
            <a:srgbClr val="2B2924">
              <a:alpha val="96000"/>
            </a:srgbClr>
          </a:solidFill>
          <a:ln w="12700">
            <a:solidFill>
              <a:srgbClr val="4A46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21488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B0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without_docs mode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2240" y="2432304"/>
            <a:ext cx="4983480" cy="3858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documentation excerpts are provided to the model.\nMeasures retained sponsor/tooling knowledge from pretraining/fine-tuning.\nSame policy and execution checks apply.\nOverall score weights shift toward policy + controls + execution.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6583680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9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Both modes run in a single benchmark request for apples-to-apples comparison.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1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6A7448"/>
          </a:solidFill>
          <a:ln w="12700">
            <a:solidFill>
              <a:srgbClr val="6A74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6B0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 Gate Spec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Deterministic rule that decides whether live calls are allowed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C4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prevents unsafe execution and makes results explainable.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11064240" cy="4297680"/>
          </a:xfrm>
          <a:prstGeom prst="roundRect">
            <a:avLst/>
          </a:prstGeom>
          <a:solidFill>
            <a:srgbClr val="2B2924">
              <a:alpha val="96000"/>
            </a:srgbClr>
          </a:solidFill>
          <a:ln w="12700">
            <a:solidFill>
              <a:srgbClr val="4A46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24028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B0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 conditions (real mode only)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523744"/>
            <a:ext cx="10744200" cy="3767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expected.decision must be allow\nModel output must parse as strict JSON schema\ndecisionMatch, approvalMatch, priorityMatch, riskMatch must all be true\ncontrolsF1Pct must be &gt;= 60\nIf gate fails, workflow status records exact failure reason (parse_failure, decision_mismatch, ...)\nDecision-only and expected-block cases skip execution intentionally with explicit status codes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6583680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9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 logic turns benchmark outcomes into actionable diagnosis instead of black-box scores.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1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6A7448"/>
          </a:solidFill>
          <a:ln w="12700">
            <a:solidFill>
              <a:srgbClr val="6A74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6B0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 Deep Dive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Per-stage call attempts for API micro-call case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C4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Selected row: qwen3:4b-instruct / with_docs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11064240" cy="4251960"/>
          </a:xfrm>
          <a:prstGeom prst="roundRect">
            <a:avLst/>
          </a:prstGeom>
          <a:solidFill>
            <a:srgbClr val="2B2924">
              <a:alpha val="96000"/>
            </a:srgbClr>
          </a:solidFill>
          <a:ln w="12700">
            <a:solidFill>
              <a:srgbClr val="4A46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19456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B0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Observed stage sequence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478024"/>
            <a:ext cx="10744200" cy="3721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Ledger policy pre-check: attempted, passed, 0 ms\nLedger approval check: skipped, not_required, 0 ms\nChainlink workflow orchestration: attempted, success, 94 ms\nHedera settlement: attempted, success, 2371 ms\nService probe: attempted, success, 4 ms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6583680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9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 metrics: Acc 100.00% | Gate pass | Workflow success | Lat 39462 ms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1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6A7448"/>
          </a:solidFill>
          <a:ln w="12700">
            <a:solidFill>
              <a:srgbClr val="6A74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6B0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Leaderboard Engineering 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Top 4 models by docs mode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C4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 plus reliability and latency for quick tradeoff reading.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5486400" cy="4251960"/>
          </a:xfrm>
          <a:prstGeom prst="roundRect">
            <a:avLst/>
          </a:prstGeom>
          <a:solidFill>
            <a:srgbClr val="2B2924">
              <a:alpha val="96000"/>
            </a:srgbClr>
          </a:solidFill>
          <a:ln w="12700">
            <a:solidFill>
              <a:srgbClr val="4A46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1945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B0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docs (top 4)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478024"/>
            <a:ext cx="5166360" cy="3721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qwen3:4b-instruct\n  score=60.05, decision=88.13%, workflow=100.00%, latency=35515ms\ngpt-5.4-nano\n  score=51.80, decision=74.02%, workflow=100.00%, latency=1971ms\ngpt-5.4-mini\n  score=50.51, decision=70.76%, workflow=100.00%, latency=2346ms\nqwen2.5:0.5b\n  score=0.00, decision=0.00%, workflow=0.00%, latency=7635ms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309360" y="2057400"/>
            <a:ext cx="5303520" cy="4251960"/>
          </a:xfrm>
          <a:prstGeom prst="roundRect">
            <a:avLst/>
          </a:prstGeom>
          <a:solidFill>
            <a:srgbClr val="2B2924">
              <a:alpha val="96000"/>
            </a:srgbClr>
          </a:solidFill>
          <a:ln w="12700">
            <a:solidFill>
              <a:srgbClr val="4A46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21945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B0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Without docs (top 4)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2240" y="2478024"/>
            <a:ext cx="4983480" cy="3721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qwen3:4b-instruct\n  score=77.18, decision=83.27%, workflow=100.00%, latency=3367ms\ngpt-5.4-mini\n  score=76.01, decision=81.85%, workflow=100.00%, latency=1506ms\ngpt-5.4-nano\n  score=68.64, decision=75.07%, workflow=100.00%, latency=1700ms\nqwen2.5:0.5b\n  score=26.57, decision=34.79%, workflow=0.00%, latency=829ms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6583680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9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ID: x402-readiness-20260405043456-5e97e31d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1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6A7448"/>
          </a:solidFill>
          <a:ln w="12700">
            <a:solidFill>
              <a:srgbClr val="6A74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6B0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Reproducibility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others can run and extend this benchmark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C4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Designed for open-source benchmark evolution.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11064240" cy="4251960"/>
          </a:xfrm>
          <a:prstGeom prst="roundRect">
            <a:avLst/>
          </a:prstGeom>
          <a:solidFill>
            <a:srgbClr val="2B2924">
              <a:alpha val="96000"/>
            </a:srgbClr>
          </a:solidFill>
          <a:ln w="12700">
            <a:solidFill>
              <a:srgbClr val="4A46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19456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B0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Repro steps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478024"/>
            <a:ext cx="10744200" cy="3721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1) Configure env vars for integrations and model providers.\n2) Run readiness benchmark script with model list + runtime.\n3) Inspect JSON/MD artifact in readiness_bench/results.\n4) Open dashboard for per-case trace and sponsor breakdown.\n5) Add new cases in readiness_bench/suite.json and map challengeTargets.\n6) Version release and compare trendlines over time.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6583680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9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includes API, UI, benchmark scripts, docs pack builder, and integration fallbacks.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1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6A7448"/>
          </a:solidFill>
          <a:ln w="12700">
            <a:solidFill>
              <a:srgbClr val="6A74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6B0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4-Minute Technical Pitch Variant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Engineer-focused timing split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C4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when judges want deeper architecture confidence.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11064240" cy="4251960"/>
          </a:xfrm>
          <a:prstGeom prst="roundRect">
            <a:avLst/>
          </a:prstGeom>
          <a:solidFill>
            <a:srgbClr val="2B2924">
              <a:alpha val="96000"/>
            </a:srgbClr>
          </a:solidFill>
          <a:ln w="12700">
            <a:solidFill>
              <a:srgbClr val="4A46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19456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B0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478024"/>
            <a:ext cx="10744200" cy="3721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00:00-00:40 Problem framing and sponsor relevance.\n00:40-01:30 Methodology and equations (policy, docs, execution).\n01:30-02:20 Architecture and gate rationale.\n02:20-03:15 Trace deep dive on one real case and one decision-only case.\n03:15-03:50 Leaderboard and docs-vs-no-docs insight.\n03:50-04:00 Close with reproducibility + post-hackathon roadmap.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6583680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9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Deck B end.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x402Bench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x402Bench Cannes 2026 — Technical Deep Dive</dc:title>
  <dc:subject>ETHGlobal Cannes 2026 pitch</dc:subject>
  <dc:creator>x402Bench Team</dc:creator>
  <cp:lastModifiedBy>x402Bench Team</cp:lastModifiedBy>
  <cp:revision>1</cp:revision>
  <dcterms:created xsi:type="dcterms:W3CDTF">2026-04-05T04:52:08Z</dcterms:created>
  <dcterms:modified xsi:type="dcterms:W3CDTF">2026-04-05T04:52:08Z</dcterms:modified>
</cp:coreProperties>
</file>